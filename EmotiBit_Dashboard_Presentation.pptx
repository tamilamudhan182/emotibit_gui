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Arial"/>
              </a:defRPr>
            </a:pPr>
            <a:r>
              <a:t>EmotiBit Live Dashboard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t>Real-Time Biosensor Visualization &amp; Recording</a:t>
            </a:r>
          </a:p>
          <a:p>
            <a:pPr>
              <a:spcBef>
                <a:spcPts val="3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Built with Python, PyQt6, pyqtgraph, and BrainFlow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Data Acquisition &amp; Real-Time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Hardware Abstraction via BrainFlow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Uses EmotiBit Board ID to interface natively with the hardware.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Separates streaming channels into three logical presets: Default (IMU), Auxiliary (PPG), and Ancillary (EDA/Temp).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QTimer event loop polls internal ring buffers at an optimized 40ms interval.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On-The-Fly Digital Filtering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Filters high-frequency ambient noise and baseline wander from raw PPG channels.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Employs a 3rd-order Butterworth bandpass filter (0.5 Hz - 5.0 Hz cutoff).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Uses scipy.signal.filtfilt to perform zero-phase forward/backward digital filtering.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Interactive Visualization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7171"/>
                </a:solidFill>
              </a:defRPr>
            </a:pPr>
            <a:r>
              <a:t>1. Motion Tab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Displays Accelerometer (X, Y, Z) in g-forces.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Displays Gyroscope (X, Y, Z) in deg/sec.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Hardware-accelerated plot rendering.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7171"/>
                </a:solidFill>
              </a:defRPr>
            </a:pPr>
            <a:r>
              <a:t>2. PPG Tab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Plots Infrared, Red, and Green pulse waves.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Applies live bandpass noise-filtering.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Implements a dynamic Y-axis auto-zoom algorithm to center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7171"/>
                </a:solidFill>
              </a:defRPr>
            </a:pPr>
            <a:r>
              <a:t>3. EDA &amp; Temp Tab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EDA (Electrodermal Activity) tracks sweat levels.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Tracks primary &amp; secondary skin temperatures.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Structured multi-plot grid layout.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Features &amp; CSV Session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System Features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Live status trackers display Connection, Stream, and Recording states.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Robust error-handling shields UI from device dropouts or connection crashes.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Modular architecture separates device communications from front-end layout.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Data Recording &amp; Export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Allows dynamic session-recording toggle at any point during live streaming.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Captures comprehensive sensor data (AccX/Y/Z, GyroX/Y/Z, EDA, Temp1/2).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</a:defRPr>
            </a:pPr>
            <a:r>
              <a:t>• Exports structured data automatically to CSV, appending the session duration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